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180" y="-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763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0110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SecureSandbox: Custom Process Isolation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5882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576882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Muhammad Noor ul Hassan (uw-23-cy-bs-022)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Syed Ashir Nasveer (uw-23-cy-bs-009)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Muhammad Ahmed (uw-23-cy-bs-016)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Muhammad Badar Ali (uw-23-cy-bs-045)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241" y="633174"/>
            <a:ext cx="6862286" cy="702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SecureSandbox?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41" y="2318742"/>
            <a:ext cx="8294132" cy="46292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7871" y="1893570"/>
            <a:ext cx="343042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SecureSandbox?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7871" y="2468047"/>
            <a:ext cx="4212788" cy="2509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custom-built sandbox for executing untrusted code safely.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programs in an isolated environment.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Continuously monitors behavior and resource usage Secure Execution Environment.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7871" y="5200116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it matters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37871" y="5774593"/>
            <a:ext cx="4212788" cy="1433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Malware analysis.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testing of unknown code.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OS-level security concepts.</a:t>
            </a:r>
            <a:endParaRPr lang="en-US" sz="17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63F12E-0590-41A5-97A5-48E12CFE2BC9}"/>
              </a:ext>
            </a:extLst>
          </p:cNvPr>
          <p:cNvSpPr/>
          <p:nvPr/>
        </p:nvSpPr>
        <p:spPr>
          <a:xfrm>
            <a:off x="12834851" y="7694608"/>
            <a:ext cx="1795549" cy="4394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15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53947"/>
            <a:ext cx="6407944" cy="2464832"/>
          </a:xfrm>
          <a:prstGeom prst="roundRect">
            <a:avLst>
              <a:gd name="adj" fmla="val 386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28838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2475428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1956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Protection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686056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 system damage from malicious programs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053947"/>
            <a:ext cx="6408063" cy="2464832"/>
          </a:xfrm>
          <a:prstGeom prst="roundRect">
            <a:avLst>
              <a:gd name="adj" fmla="val 386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62982" y="228838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7662982" y="3195638"/>
            <a:ext cx="59391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 Monitoring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how much CPU, memory, threads, and network the program uses while it is running.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93790" y="4745593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28224" y="498002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5390" y="5167074"/>
            <a:ext cx="306110" cy="3061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28224" y="58872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Threat Detection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1028224" y="6377702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suspicious or dangerous behavior as soon as it happens.</a:t>
            </a:r>
            <a:endParaRPr lang="en-US" sz="1750" dirty="0"/>
          </a:p>
        </p:txBody>
      </p:sp>
      <p:sp>
        <p:nvSpPr>
          <p:cNvPr id="16" name="Shape 12"/>
          <p:cNvSpPr/>
          <p:nvPr/>
        </p:nvSpPr>
        <p:spPr>
          <a:xfrm>
            <a:off x="7428548" y="4745593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662982" y="498002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0148" y="5167074"/>
            <a:ext cx="306110" cy="3061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662982" y="5887283"/>
            <a:ext cx="33801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Comprehensive Logging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7662982" y="6377702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everything the program does and create reports for later analysis.</a:t>
            </a:r>
            <a:endParaRPr lang="en-US" sz="17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F0A19E-B953-7C5A-D763-1E55BE88B925}"/>
              </a:ext>
            </a:extLst>
          </p:cNvPr>
          <p:cNvSpPr/>
          <p:nvPr/>
        </p:nvSpPr>
        <p:spPr>
          <a:xfrm>
            <a:off x="12834851" y="7680960"/>
            <a:ext cx="1795549" cy="4394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627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5569" y="3462218"/>
            <a:ext cx="5969318" cy="665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Security Features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45569" y="4747379"/>
            <a:ext cx="4246364" cy="2682716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745569" y="4724519"/>
            <a:ext cx="4246364" cy="91440"/>
          </a:xfrm>
          <a:prstGeom prst="roundRect">
            <a:avLst>
              <a:gd name="adj" fmla="val 97844"/>
            </a:avLst>
          </a:prstGeom>
          <a:solidFill>
            <a:srgbClr val="4950BC"/>
          </a:solidFill>
          <a:ln/>
        </p:spPr>
      </p:sp>
      <p:sp>
        <p:nvSpPr>
          <p:cNvPr id="6" name="Shape 3"/>
          <p:cNvSpPr/>
          <p:nvPr/>
        </p:nvSpPr>
        <p:spPr>
          <a:xfrm>
            <a:off x="2549188" y="4427934"/>
            <a:ext cx="639008" cy="639008"/>
          </a:xfrm>
          <a:prstGeom prst="roundRect">
            <a:avLst>
              <a:gd name="adj" fmla="val 143097"/>
            </a:avLst>
          </a:prstGeom>
          <a:solidFill>
            <a:srgbClr val="4950BC"/>
          </a:solidFill>
          <a:ln/>
        </p:spPr>
      </p:sp>
      <p:sp>
        <p:nvSpPr>
          <p:cNvPr id="7" name="Text 4"/>
          <p:cNvSpPr/>
          <p:nvPr/>
        </p:nvSpPr>
        <p:spPr>
          <a:xfrm>
            <a:off x="2740878" y="4587716"/>
            <a:ext cx="255508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81432" y="5279827"/>
            <a:ext cx="266271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 Isolation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981432" y="5732621"/>
            <a:ext cx="3774638" cy="132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Restricted environment variables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HOME and TEMP directories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execution context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5191958" y="4747379"/>
            <a:ext cx="4246364" cy="2682716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5191958" y="4724519"/>
            <a:ext cx="4246364" cy="91440"/>
          </a:xfrm>
          <a:prstGeom prst="roundRect">
            <a:avLst>
              <a:gd name="adj" fmla="val 97844"/>
            </a:avLst>
          </a:prstGeom>
          <a:solidFill>
            <a:srgbClr val="4950BC"/>
          </a:solidFill>
          <a:ln/>
        </p:spPr>
      </p:sp>
      <p:sp>
        <p:nvSpPr>
          <p:cNvPr id="12" name="Shape 9"/>
          <p:cNvSpPr/>
          <p:nvPr/>
        </p:nvSpPr>
        <p:spPr>
          <a:xfrm>
            <a:off x="6995577" y="4427934"/>
            <a:ext cx="639008" cy="639008"/>
          </a:xfrm>
          <a:prstGeom prst="roundRect">
            <a:avLst>
              <a:gd name="adj" fmla="val 143097"/>
            </a:avLst>
          </a:prstGeom>
          <a:solidFill>
            <a:srgbClr val="4950BC"/>
          </a:solidFill>
          <a:ln/>
        </p:spPr>
      </p:sp>
      <p:sp>
        <p:nvSpPr>
          <p:cNvPr id="13" name="Text 10"/>
          <p:cNvSpPr/>
          <p:nvPr/>
        </p:nvSpPr>
        <p:spPr>
          <a:xfrm>
            <a:off x="7187267" y="4587716"/>
            <a:ext cx="255508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27821" y="5279827"/>
            <a:ext cx="271152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Resource Monitoring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5427821" y="5732621"/>
            <a:ext cx="3774638" cy="132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CPU usage tracking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consumption measurement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thread counting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9638348" y="4747379"/>
            <a:ext cx="4246364" cy="2682716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9638348" y="4724519"/>
            <a:ext cx="4246364" cy="91440"/>
          </a:xfrm>
          <a:prstGeom prst="roundRect">
            <a:avLst>
              <a:gd name="adj" fmla="val 97844"/>
            </a:avLst>
          </a:prstGeom>
          <a:solidFill>
            <a:srgbClr val="4950BC"/>
          </a:solidFill>
          <a:ln/>
        </p:spPr>
      </p:sp>
      <p:sp>
        <p:nvSpPr>
          <p:cNvPr id="18" name="Shape 15"/>
          <p:cNvSpPr/>
          <p:nvPr/>
        </p:nvSpPr>
        <p:spPr>
          <a:xfrm>
            <a:off x="11441966" y="4427934"/>
            <a:ext cx="639008" cy="639008"/>
          </a:xfrm>
          <a:prstGeom prst="roundRect">
            <a:avLst>
              <a:gd name="adj" fmla="val 143097"/>
            </a:avLst>
          </a:prstGeom>
          <a:solidFill>
            <a:srgbClr val="4950BC"/>
          </a:solidFill>
          <a:ln/>
        </p:spPr>
      </p:sp>
      <p:sp>
        <p:nvSpPr>
          <p:cNvPr id="19" name="Text 16"/>
          <p:cNvSpPr/>
          <p:nvPr/>
        </p:nvSpPr>
        <p:spPr>
          <a:xfrm>
            <a:off x="11633656" y="4587716"/>
            <a:ext cx="255508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874210" y="5279827"/>
            <a:ext cx="266271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Activity Logging</a:t>
            </a:r>
            <a:endParaRPr lang="en-US" sz="2050" dirty="0"/>
          </a:p>
        </p:txBody>
      </p:sp>
      <p:sp>
        <p:nvSpPr>
          <p:cNvPr id="21" name="Text 18"/>
          <p:cNvSpPr/>
          <p:nvPr/>
        </p:nvSpPr>
        <p:spPr>
          <a:xfrm>
            <a:off x="9874210" y="5732621"/>
            <a:ext cx="3774638" cy="99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file access records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connection monitoring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violation documentation</a:t>
            </a:r>
            <a:endParaRPr lang="en-US" sz="16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89EC01-78C2-39ED-211E-ABE9FF2F3694}"/>
              </a:ext>
            </a:extLst>
          </p:cNvPr>
          <p:cNvSpPr/>
          <p:nvPr/>
        </p:nvSpPr>
        <p:spPr>
          <a:xfrm>
            <a:off x="12834851" y="7708256"/>
            <a:ext cx="1795549" cy="4394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3383"/>
            <a:ext cx="97162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Enforcement Mechanisms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29138"/>
            <a:ext cx="367700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Implemented Controls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3790" y="3434358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1133951" y="3309580"/>
            <a:ext cx="794396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Termination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Allows the user or the system to stop a program if it behaves suspiciously.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133951" y="4239458"/>
            <a:ext cx="794396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 Detection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unusual actions that may indicate malicious or unauthorized activity.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33951" y="5532239"/>
            <a:ext cx="794396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Privilege Restriction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programs run with limited permissions and cannot gain higher system access.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9475589" y="2402324"/>
            <a:ext cx="4531876" cy="4473773"/>
          </a:xfrm>
          <a:prstGeom prst="roundRect">
            <a:avLst>
              <a:gd name="adj" fmla="val 3651"/>
            </a:avLst>
          </a:prstGeom>
          <a:solidFill>
            <a:srgbClr val="5E98F1"/>
          </a:solidFill>
          <a:ln/>
        </p:spPr>
      </p:sp>
      <p:sp>
        <p:nvSpPr>
          <p:cNvPr id="9" name="Text 7"/>
          <p:cNvSpPr/>
          <p:nvPr/>
        </p:nvSpPr>
        <p:spPr>
          <a:xfrm>
            <a:off x="9702403" y="26291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Response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702403" y="3210282"/>
            <a:ext cx="407824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Sandbox continuously logs all security violations and immediately blocks unauthorized access attempts, providing immediate feedback on potentially malicious behavior.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236549-F69E-B146-3915-9082CB0CD1FF}"/>
              </a:ext>
            </a:extLst>
          </p:cNvPr>
          <p:cNvSpPr/>
          <p:nvPr/>
        </p:nvSpPr>
        <p:spPr>
          <a:xfrm>
            <a:off x="12834851" y="7680960"/>
            <a:ext cx="1795549" cy="4394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7829" y="784265"/>
            <a:ext cx="5767626" cy="649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Architecture</a:t>
            </a:r>
            <a:endParaRPr lang="en-US" sz="40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29" y="1719977"/>
            <a:ext cx="1039773" cy="149256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58221" y="1927860"/>
            <a:ext cx="2599372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Tkinter GUI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1958221" y="2366962"/>
            <a:ext cx="6457950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User-friendly interface for launching and monitoring sandboxed programs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29" y="3212544"/>
            <a:ext cx="1039773" cy="149256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58221" y="3420428"/>
            <a:ext cx="2654141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SandboxCore Engine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1958221" y="3859530"/>
            <a:ext cx="6457950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processing module handling isolation and security enforcement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829" y="4705112"/>
            <a:ext cx="1039773" cy="149256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58221" y="4912995"/>
            <a:ext cx="2838926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Subprocess Execution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1958221" y="5352098"/>
            <a:ext cx="6457950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Launches programs in restricted environment with limited permissions</a:t>
            </a:r>
            <a:endParaRPr lang="en-US" sz="16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829" y="6197679"/>
            <a:ext cx="1039773" cy="124765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958221" y="6405563"/>
            <a:ext cx="2599372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psutil Monitoring</a:t>
            </a:r>
            <a:endParaRPr lang="en-US" sz="2000" dirty="0"/>
          </a:p>
        </p:txBody>
      </p:sp>
      <p:sp>
        <p:nvSpPr>
          <p:cNvPr id="15" name="Text 8"/>
          <p:cNvSpPr/>
          <p:nvPr/>
        </p:nvSpPr>
        <p:spPr>
          <a:xfrm>
            <a:off x="1958221" y="6844665"/>
            <a:ext cx="6457950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Collects real-time resource usage statistics and behavioral data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71857" y="387429"/>
            <a:ext cx="4600218" cy="438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 Programs &amp; Validation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857" y="999887"/>
            <a:ext cx="2340173" cy="23401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71857" y="3426857"/>
            <a:ext cx="1754743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test_normal.py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471857" y="3698200"/>
            <a:ext cx="2340173" cy="726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program execution validating basic sandbox functionality and normal behavior tracking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0615" y="999887"/>
            <a:ext cx="2340173" cy="23401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20615" y="3426857"/>
            <a:ext cx="1754743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test_resources.py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920615" y="3698200"/>
            <a:ext cx="2340173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CPU and memory stress testing to evaluate resource monitoring and throttling capabilities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9373" y="999887"/>
            <a:ext cx="2340173" cy="23401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69373" y="3426857"/>
            <a:ext cx="1754743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test_file_access.py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369373" y="3698200"/>
            <a:ext cx="2340173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system access attempts testing directory blocking and file operation logging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8132" y="999887"/>
            <a:ext cx="2340293" cy="234029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818132" y="3426976"/>
            <a:ext cx="1754743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test_network.py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9818132" y="3698319"/>
            <a:ext cx="2340293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activity simulation for monitoring connection attempts and traffic analysis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1857" y="4598670"/>
            <a:ext cx="2340173" cy="234017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471857" y="7025640"/>
            <a:ext cx="1754743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test_suspicious.py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2471857" y="7296983"/>
            <a:ext cx="2340173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Malicious behavior simulation testing security violation detection and automatic response</a:t>
            </a:r>
            <a:endParaRPr lang="en-US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498613-0F67-4698-640E-595F5708AB58}"/>
              </a:ext>
            </a:extLst>
          </p:cNvPr>
          <p:cNvSpPr/>
          <p:nvPr/>
        </p:nvSpPr>
        <p:spPr>
          <a:xfrm>
            <a:off x="12834851" y="7680960"/>
            <a:ext cx="1795549" cy="4394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86821" y="1186934"/>
            <a:ext cx="4219813" cy="464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Monitoring Capabilities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2186821" y="1894880"/>
            <a:ext cx="2229683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Tracking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2186821" y="2283143"/>
            <a:ext cx="334447" cy="334447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18661" y="2334220"/>
            <a:ext cx="2098358" cy="23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CPU Usage Percentage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2618661" y="2663904"/>
            <a:ext cx="2922270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Processor load monitoring updated every second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86821" y="3252073"/>
            <a:ext cx="334447" cy="334447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18661" y="3303151"/>
            <a:ext cx="2022634" cy="23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Memory Consumption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618661" y="3632835"/>
            <a:ext cx="2922270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RAM usage tracked in megabytes with allocation patterns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186821" y="4221004"/>
            <a:ext cx="334447" cy="334447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18661" y="4272082"/>
            <a:ext cx="1867376" cy="23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Active Thread Count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618661" y="4601766"/>
            <a:ext cx="2922270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 of concurrent execution threads maintained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86821" y="5189934"/>
            <a:ext cx="334447" cy="334447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18661" y="5241012"/>
            <a:ext cx="1977985" cy="23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Network Connections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618661" y="5570696"/>
            <a:ext cx="2922270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TCP/UDP connections and ports monitored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186821" y="6158865"/>
            <a:ext cx="334447" cy="334447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8661" y="6209943"/>
            <a:ext cx="1858089" cy="23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 File Handles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618661" y="6539627"/>
            <a:ext cx="2922270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system access points and read/write operations</a:t>
            </a:r>
            <a:endParaRPr lang="en-US" sz="11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215" y="2195274"/>
            <a:ext cx="6539865" cy="3650099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911215" y="5954911"/>
            <a:ext cx="6539865" cy="689848"/>
          </a:xfrm>
          <a:prstGeom prst="roundRect">
            <a:avLst>
              <a:gd name="adj" fmla="val 9050"/>
            </a:avLst>
          </a:prstGeom>
          <a:solidFill>
            <a:srgbClr val="C7C9EA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9805" y="6155412"/>
            <a:ext cx="185738" cy="14859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394133" y="6089452"/>
            <a:ext cx="5908358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collection occurs every second, providing granular visibility into program behavior throughout execution</a:t>
            </a:r>
            <a:endParaRPr lang="en-US" sz="11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5013B7-9792-E669-E710-B651F742166B}"/>
              </a:ext>
            </a:extLst>
          </p:cNvPr>
          <p:cNvSpPr/>
          <p:nvPr/>
        </p:nvSpPr>
        <p:spPr>
          <a:xfrm>
            <a:off x="12834851" y="7680960"/>
            <a:ext cx="1795549" cy="4394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689" y="682823"/>
            <a:ext cx="8220908" cy="670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Reporting &amp; Current Limitations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50689" y="1758791"/>
            <a:ext cx="13129022" cy="2859286"/>
          </a:xfrm>
          <a:prstGeom prst="roundRect">
            <a:avLst>
              <a:gd name="adj" fmla="val 315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5601" y="2003703"/>
            <a:ext cx="3047286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JSON Execution Report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95601" y="2460546"/>
            <a:ext cx="12639199" cy="333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a structured report that shows how the program ran, its resource usage, and any security issues.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5601" y="2916079"/>
            <a:ext cx="12639199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Timeline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Keeps a time-based record of everything the program did, making it easy to follow its actions step by step.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95601" y="3705463"/>
            <a:ext cx="12639199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Violation Summary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a short summary of all detected threats, blocked actions, and suspicious behavior.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50689" y="4953407"/>
            <a:ext cx="13129022" cy="34409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50689" y="5291971"/>
            <a:ext cx="3360539" cy="40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Important Limitations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750689" y="5998369"/>
            <a:ext cx="13129022" cy="1335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Userspace-level isolation only, not kernel-level protection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enterprise-grade security solution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Cannot prevent advanced zero-day exploits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Intended for educational purposes, not production malware analysis</a:t>
            </a:r>
            <a:endParaRPr lang="en-US" sz="16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5E6B8C-3D8E-6B55-6970-A34A1C41D8B4}"/>
              </a:ext>
            </a:extLst>
          </p:cNvPr>
          <p:cNvSpPr/>
          <p:nvPr/>
        </p:nvSpPr>
        <p:spPr>
          <a:xfrm>
            <a:off x="12834851" y="7680960"/>
            <a:ext cx="1795549" cy="4394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0017"/>
            <a:ext cx="98309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&amp; Future Enhancements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8952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Learnings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654975"/>
            <a:ext cx="13042821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isolation and permission control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security and access control concepts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CPU and memory resource monitoring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 of suspicious program behavior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446835"/>
            <a:ext cx="362938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Enhancements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5212287"/>
            <a:ext cx="13042821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or VM-based isolation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call tracing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packet analysis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learning–based threat detection</a:t>
            </a: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D2CDB-0238-9E5C-955E-2EE8BDE214BC}"/>
              </a:ext>
            </a:extLst>
          </p:cNvPr>
          <p:cNvSpPr/>
          <p:nvPr/>
        </p:nvSpPr>
        <p:spPr>
          <a:xfrm>
            <a:off x="12834851" y="7680960"/>
            <a:ext cx="1795549" cy="4394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598</Words>
  <Application>Microsoft Office PowerPoint</Application>
  <PresentationFormat>Custom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Inter Bold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HASSAN BUTT</dc:creator>
  <cp:lastModifiedBy>HASSAN BUTT</cp:lastModifiedBy>
  <cp:revision>3</cp:revision>
  <dcterms:created xsi:type="dcterms:W3CDTF">2026-02-07T14:56:29Z</dcterms:created>
  <dcterms:modified xsi:type="dcterms:W3CDTF">2026-02-07T15:06:38Z</dcterms:modified>
</cp:coreProperties>
</file>